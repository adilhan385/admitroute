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troute_line_logo_17895491048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645920" cy="1645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" y="2834640"/>
            <a:ext cx="3108960" cy="38404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LOCUS HACKATHON 2026 • КЕЙС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AdmitRoute</a:t>
            </a:r>
          </a:p>
          <a:p>
            <a:pPr>
              <a:spcBef>
                <a:spcPts val="800"/>
              </a:spcBef>
              <a:defRPr sz="1900">
                <a:solidFill>
                  <a:srgbClr val="94A3B8"/>
                </a:solidFill>
                <a:latin typeface="Arial"/>
              </a:defRPr>
            </a:pPr>
            <a:r>
              <a:t>Умная AI-платформа для честного поступления в университеты Казахстана и мира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Алгоритм «Анти-иллюзия»: защита от ложных надежд и отказа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1206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36+ детальных программ: Казахстан, Европа, Азия, США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Живой поиск любого вуза планеты через Google Gemini 3.6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760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3 волны дедлайнов (Early/Regular/Late) и статистика грантов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1. 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С чем сталкивается абитуриент и его семья?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Поступление в университет сопряжено с непрозрачностью, огромными финансовыми затратами и риском потери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Информационный хаос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Сотни сайтов вузов на разных языках, скрытые требования, разрозненные даты ранней и поздней волн подачи. Поиск отнимает до 120 часов рутинного времени.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120+ часов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тратит абитуриент на сбор информации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Дорогие агентства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Консалтинговые компании берут от $1,500 до $4,000 за подачу документов, часто продвигая коммерческие платные вузы-партнеры без гарантий гранта.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$1,500 – $4,000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средний чек консалтинга в Казахстане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Ложные надежды и отказ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Без объективной аналитики абитуриенты подают только в недосягаемые Reach-вузы и при отказе теряют целый учебный год, оставаясь без альтернатив.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до 45% отказов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из-за несбалансированного списка вузов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2. 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AdmitRoute: Персональный AI-навигатор поступления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Объективная математическая оценка шансов, строгая защита от иллюзий и персональный пошаговый маршрут.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МАТЕМАТИЧЕСКИЙ СКОРИНГ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Прозрачный расчет шансов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Алгоритм сопоставляет GPA, IELTS/TOEFL, SAT/ЕНТ и активности с реальными требованиями вузов. Категоризация: Safety (надежные), Target (целевые), Reach (сложные), Unlikely (маловероятные).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Точный расчет шансов в %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Выявление академических пробелов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Качественное объяснение «Почему подходит»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АНТИ-ИЛЛЮЗИЯ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Защита от риска отказа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Система не дает ложных надежд: если профиль слаб для элитной программы, AdmitRoute прямо указывает на низкую вероятность (&lt;12%) и предлагает гарантированные альтернативы со стипендиями.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Предупреждения приемной комиссии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Обязательная балансировка Safety-вузов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Страховка от потери года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ПОШАГОВЫЙ РОАДМАП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План действий до дедлайна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Формирование персонального графика с 3 волнами подачи (ранняя, регулярная, поздняя), статистики грантов прошлого года и генератора каркаса мотивационного письма (Personal Statement).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Сроки Early / Regular / Late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Прошлогодний конкурс на место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Индивидуальный чек-лист документов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3. 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Пользовательский путь: от анкеты до гранта за 3 минуты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Бесшовный интерактивный сценарий, полностью закрывающий требования Кейса 02 LOCUS Hackathon.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1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Анкета и диагностика профиля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Ученик указывает класс, специальность, GPA, баллы IELTS/SAT/ЕНТ, бюджет и внеучебные активности. Алгоритм формирует мгновенное резюме сильных сторон и ограничений.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2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Сбалансированные рекомендации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Каталог из 36+ детальных программ (KZ, Азия, Европа, США) с распределением на Reach, Target и Safety. Возможность сравнения любых 2 вузов по 8 ключевым критериям.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3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Живой AI-поиск любого вуза мира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Ввод названия любого университета планеты (Тренто, Bocconi, Waterloo) — Gemini 3.6 Flash мгновенно выдает карточку с дедлайнами волн, грантами и персональным шансом.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4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Индивидуальный роадмап, эссе и Live-чат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Пошаговый таймлайн с экспортом в календарь (.ics), персональный каркас эссе и встроенный Live-чат для консультаций и покупки PRO прямо на сайте.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4.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Архитектура решения и ролевая модель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Надежный технологический стек с поддержкой 3 уровней доступа (Guest, Customer, Admin).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7C3AED"/>
                </a:solidFill>
                <a:latin typeface="Arial"/>
              </a:defRPr>
            </a:pPr>
            <a:r>
              <a:t>ИСКУССТВЕННЫЙ ИНТЕЛЛЕКТ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Google Gemini 3.6 Flash + No-Fail Engine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Интеграция с актуальным API Gemini для генерации данных о зарубежных вузах и анализа мотивационных писем. При отсутствии сети срабатывает встроенная база знаний (Zero-Failure).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3-УРОВНЕВАЯ СИСТЕМА РОЛЕЙ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Guest • Customer • Super-Admin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• Guest: быстрый старт без барьеров, базовые квоты (до 2 поисков).</a:t>
            </a:r>
            <a:br/>
            <a:r>
              <a:t>• Customer: сохранение профиля, тарифы Free и безлимитный PRO.</a:t>
            </a:r>
            <a:br/>
            <a:r>
              <a:t>• Admin: панель управления, живой мессенджер с пользователями, выдача PRO в 1 клик.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БАЗА ДАННЫХ И ХРАНЕНИЕ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Автономная локальная БД (LocalStorage)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Полное соответствие регламенту хакатона: сохранение состояния профиля, базы пользователей, истории чата и настроек сайта без необходимости сложного сервера.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СОВРЕМЕННЫЙ ФРОНТЕНД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React 19 • TypeScript • Vite • Tailwind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Мгновенная скорость работы (отклик &lt;0.2 сек), строгая типизация, адаптивность под мобильные устройства и экспорт дедлайнов в формат .ics (iCalendar).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5. РЫНОЧНЫЙ ПОТЕНЦИАЛ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Объем рынка и растущий спрос на зарубежные гранты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Казахстан и Центральная Азия демонстрируют стремительный рост спроса на осознанное высшее образование.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180 000+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Выпускников школ в Казахстане ежегодно (TAM)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Ежегодный растущий поток абитуриентов, поступающих в бакалавриат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35 000+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Абитуриентов, поступающих за рубеж (SAM)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Высокий спрос на обучение в Европе (Италия DSU, Германия), Турции, Азии и США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75 000+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Государственных грантов РК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Жесткая конкуренция требует точного сопоставления баллов с проходными порогами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+38%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Ежегодный рост запросов на гранты и стипендии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Растущая потребность в программах полного финансирования: DSU, Stipendium, CSC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6. 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Монетизация: B2C подписка и B2B партнерства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Простая модель: покупка подписки прямо во встроенном чате сайта либо через WhatsApp/Telegram.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БЕСПЛАТНО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0 ₸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Freemium (Базовый)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Максимальный органический охват абитуриентов: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Расчет шансов в топ-36 университетов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Классификация Safety / Target / Reach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Базовый роадмап и 3 волны дедлайнов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Лимит: до 2 поисков через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ХИТ ПРОДАЖ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4 990 ₸ / мес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AdmitRoute PRO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Для абитуриентов, нацеленных на гранты и зарубеж: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Безлимитный AI-поиск любого вуза мира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Генератор каркаса эссе (Personal Statement)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Глубокий аудит портфолио и активностей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Прямой чат с основателем по поступлению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B2B ПАРТНЕРСТВО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Индивидуально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Для школ и центров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Инструмент для образовательных центров и языковых школ: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Кабинет консультанта и профориентатора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Отслеживание дедлайнов учеников класса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White-label отчеты для родителей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Пакетные скидки на подписки 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troute_line_logo_17895491048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229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AdmitRoute: Поступление без стресса и иллюзий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Проект создан в рамках LOCUS Startup Hackathon 2026 (Кейс 02: Персональный маршрут поступления, код LOCUSCASE2).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ОСНОВАТЕЛЬ И РАЗРАБОТКА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Адильхан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Product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WHATSAPP / ТЕЛЕФОН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+7 775 253 01 10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Прямая связь и оформление PRO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TELEGRAM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@nftkoroi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Оперативные ответы в мессенджере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